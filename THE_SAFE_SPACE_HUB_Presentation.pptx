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SAFE SPACE 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SAFE SPACE HUB is a mental wellness web prototype focused on accessible mood tracking, assessments, and resources to support young adults.</a:t>
            </a:r>
          </a:p>
          <a:p>
            <a:r>
              <a:t>This document presents the current system, proposed improvements, architecture, and future directions.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demo uses frontend-only flows with localStorage for user sessions and data.</a:t>
            </a:r>
          </a:p>
          <a:p>
            <a:r>
              <a:t>Limitations: no persistent authenticated backend, limited analytics, demo user store.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 to full-stack with secure SQLite-backed API, proper authentication, and data export for clinicians.</a:t>
            </a:r>
          </a:p>
          <a:p>
            <a:r>
              <a:t>Add analytics, user roles, encrypted storage, and professional integration (telehealth links).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Benefits of the proposed system</a:t>
            </a:r>
          </a:p>
          <a:p>
            <a:pPr lvl="1"/>
            <a:r>
              <a:t>Persistent, secure user data storage</a:t>
            </a:r>
          </a:p>
          <a:p>
            <a:pPr lvl="1"/>
            <a:r>
              <a:t>Scalable analytics for population insights</a:t>
            </a:r>
          </a:p>
          <a:p>
            <a:pPr lvl="1"/>
            <a:r>
              <a:t>Improved clinical integration and export</a:t>
            </a:r>
          </a:p>
          <a:p>
            <a:pPr lvl="1"/>
            <a:r>
              <a:t>Better privacy and compliance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Potential drawbacks and trade-offs</a:t>
            </a:r>
          </a:p>
          <a:p>
            <a:pPr lvl="1"/>
            <a:r>
              <a:t>Higher development and maintenance cost</a:t>
            </a:r>
          </a:p>
          <a:p>
            <a:pPr lvl="1"/>
            <a:r>
              <a:t>Requires secure hosting and compliance work</a:t>
            </a:r>
          </a:p>
          <a:p>
            <a:pPr lvl="1"/>
            <a:r>
              <a:t>Need for clinician oversight and validation</a:t>
            </a:r>
          </a:p>
          <a:p>
            <a:pPr lvl="1"/>
            <a:r>
              <a:t>Possible user privacy concerns to manage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HTML5, CSS3, JavaScript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Node.js, Express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SQLite (or production DB)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 14+; Python only for tooling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Author: Sage Williamz</a:t>
            </a:r>
          </a:p>
          <a:p>
            <a:r>
              <a:t>Version: 1.0.0</a:t>
            </a:r>
          </a:p>
          <a:p>
            <a:r>
              <a:t>Purpose: Provide a supportive, accessible prototype for young adults to track moods and access resources.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(Browser) &lt;-&gt; Node.js API &lt;-&gt; SQLite (persistent store)</a:t>
            </a:r>
          </a:p>
          <a:p>
            <a:r>
              <a:t>PWA-ready frontend, optional service worker, and local demo fallback.</a:t>
            </a:r>
          </a:p>
        </p:txBody>
      </p:sp>
      <p:pic>
        <p:nvPicPr>
          <p:cNvPr id="4" name="Picture 3" descr="project_image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SAFE SPACE HUB is a promising prototype that can become a clinically valuable tool with further development.</a:t>
            </a:r>
          </a:p>
          <a:p>
            <a:r>
              <a:t>Next steps focus on security, data persistence, and clinician collaboration.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Planned improvements</a:t>
            </a:r>
          </a:p>
          <a:p>
            <a:pPr lvl="1"/>
            <a:r>
              <a:t>Implement secure authentication and role-based access</a:t>
            </a:r>
          </a:p>
          <a:p>
            <a:pPr lvl="1"/>
            <a:r>
              <a:t>Add encrypted database storage and backup</a:t>
            </a:r>
          </a:p>
          <a:p>
            <a:pPr lvl="1"/>
            <a:r>
              <a:t>Integrate telehealth and clinician dashboards</a:t>
            </a:r>
          </a:p>
          <a:p>
            <a:pPr lvl="1"/>
            <a:r>
              <a:t>Run validation studies and usability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